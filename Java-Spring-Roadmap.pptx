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Java &amp; Spring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498DB"/>
                </a:solidFill>
              </a:rPr>
              <a:t>완벽 학습 로드맵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F6F6"/>
                </a:solidFill>
              </a:rPr>
              <a:t>15개 모듈로 배우는 실전 Java 개발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833"/>
                </a:solidFill>
              </a:rPr>
              <a:t>학습 로드맵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01. Java 언어 기초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02. JVM과 메모리 관리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03. Java 동시성과 멀티스레딩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04. Spring Core &amp; 의존성 주입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05. Spring Boot 기초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06. Spring Web MVC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07. Spring Data JPA &amp; Database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08. Spring Security &amp; 인증/인가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09. 실전 프로젝트 1: RESTful 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10. Spring WebFlux (반응형)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11. 메시징 &amp; 이벤트 기반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12. 실전 프로젝트 2: 마이크로서비스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926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13. 테스트 전략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383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14. 성능 최적화 &amp; 모니터링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15. CI/CD &amp; 배포 전략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01. Java 언어 기초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학습 목표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Golang 경험을 활용한 Java 기본 문법 습득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객체지향 프로그래밍 개념 이해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제네릭과 컬렉션 프레임워크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람다와 Stream API (Java 8+)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핵심 내용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개발 환경: JDK 17, IntelliJ IDEA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기본 문법: 변수, 제어문, 메서드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OOP: 클래스, 상속, 인터페이스, 다형성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제네릭과 컬렉션 (List, Set, Map)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예외 처리: try-catch-finally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Java 최신 기능: Records, Pattern Matching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학습 기간: 1-2주  |  난이도: ⭐⭐☆☆☆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02. JVM과 메모리 관리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JVM 아키텍처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Class Loader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Runtime Data Areas (힙, 스택)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Execution Engine (JIT 컴파일러)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Garbage Collector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가비지 컬렉션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GC 알고리즘: G1GC, ZGC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Young Generation (Eden, Survivor)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Old Generation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GC 튜닝: 힙 크기, GC 로그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JVM 옵션 예시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-Xms512m -Xmx2g -XX:+UseG1GC MyApp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학습 기간: 1주  |  난이도: ⭐⭐⭐☆☆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03. Java 동시성과 멀티스레딩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핵심 개념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Thread와 Runnable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synchronized와 volatile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Lock, ReentrantLock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Atomic 클래스 (CAS)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ExecutorService (Thread Pool)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고급 기능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CompletableFuture (비동기)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ConcurrentHashMap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BlockingQueue (Producer-Consumer)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CountDownLatch, CyclicBarrier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Semaphore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</a:rPr>
              <a:t>💡 Golang goroutine vs Java Thread 비교 학습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학습 기간: 1-2주  |  난이도: ⭐⭐⭐⭐☆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04. Spring Core &amp; 의존성 주입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IoC &amp; DI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IoC (Inversion of Control) 개념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DI (Dependency Injection)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생성자 주입 (권장)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ApplicationContext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Bean &amp; AOP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Bean 스코프: Singleton, Prototype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Bean 생명주기: @PostConstruct, @PreDestroy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AOP (Aspect Oriented Programming)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@Aspect, @Before, @After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어노테이션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@Component, @Service, @Repository, @Autowired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학습 기간: 1주  |  난이도: ⭐⭐⭐☆☆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05. Spring Boot 기초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Spring Boot 특징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Auto Configuration (자동 설정)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Starter Dependencies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Embedded Server (Tomcat)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Production Ready (Actuator)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설정 &amp; 프로파일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application.yml 설정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프로파일: dev, prod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Actuator 엔드포인트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Maven / Gradle 빌드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빠른 시작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98DB"/>
                </a:solidFill>
              </a:rPr>
              <a:t>Spring Initializr: https://start.spring.io/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학습 기간: 1-2주  |  난이도: ⭐⭐☆☆☆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06. Spring Web MVC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REST API 개발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@RestController, @RequestMapping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HTTP 메서드: @GetMapping, @PostMapping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@PathVariable, @RequestParam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ResponseEntity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검증 &amp; 예외처리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Bean Validation: @Valid, @NotBlank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@ExceptionHandler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@ControllerAdvice (전역 예외)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Filter &amp; Interceptor (미들웨어)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📌 CORS 설정, 페이징, 함수형 엔드포인트 학습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학습 기간: 1주  |  난이도: ⭐⭐⭐☆☆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07. Spring Data JPA &amp; Database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Entity &amp; Repository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@Entity, @Table 매핑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JpaRepository 인터페이스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Query Methods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@Query (JPQL, Native SQL)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연관관계 &amp; 트랜잭션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1:N, N:1, N:M 매핑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@Transactional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N+1 문제 해결: Fetch Join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@EntityGraph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⚠️ N+1 쿼리 문제는 성능에 치명적! 반드시 해결 방법 숙지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학습 기간: 1-2주  |  난이도: ⭐⭐⭐⭐☆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08. Spring Security &amp; 인증/인가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Spring Security 기본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SecurityFilterChain 설정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PasswordEncoder (BCrypt)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Role 기반 접근 제어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@PreAuthorize, @PostAuthorize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JWT 인증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JWT 토큰 생성 및 검증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JwtAuthenticationFilter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로그인 API 구현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Stateless Session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보안 체크리스트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CSRF 방어  ✓ XSS 방어  ✓ SQL Injection 방어  ✓ 비밀번호 암호화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학습 기간: 1주  |  난이도: ⭐⭐⭐⭐☆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49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🚀 실전 프로젝트 1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4F6F6"/>
                </a:solidFill>
              </a:rPr>
              <a:t>RESTful API 서버 구축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사용자 관리 (회원가입, 로그인, JWT)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게시판 CRUD (페이징, 검색, 댓글)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파일 업로드/다운로드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Swagger 문서화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단위/통합 테스트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Docker 컨테이너화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6F6"/>
                </a:solidFill>
              </a:rPr>
              <a:t>프로젝트 기간: 2주  |  난이도: ⭐⭐⭐⭐☆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10. Spring WebFlux (반응형)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Reactive Programming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Mono (0 또는 1개)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Flux (0-N개 스트림)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map, flatMap, filter 연산자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BackPressure 처리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WebFlux vs WebMVC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WebMVC: 동기/블로킹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WebFlux: 비동기/논블로킹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Netty 이벤트 루프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R2DBC (Reactive Database)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WebClient (비동기 HTTP)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3E50"/>
                </a:solidFill>
              </a:rPr>
              <a:t>💡 높은 동시성이 필요한 서비스에 적합 (게임, 실시간 스트리밍)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학습 기간: 1-2주  |  난이도: ⭐⭐⭐⭐⭐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11. 메시징 &amp; 이벤트 기반 아키텍처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Spring Kafka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KafkaTemplate (Producer)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@KafkaListener (Consumer)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Topic &amp; Partition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Consumer Group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이벤트 기반 패턴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Domain Event 발행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@EventListener (Spring)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Outbox 패턴 (트랜잭션 안전)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SAGA 패턴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이벤트 기반 아키텍처 장점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느슨한 결합  ✓ 확장성  ✓ 비동기 처리  ✓ 장애 격리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학습 기간: 1-2주  |  난이도: ⭐⭐⭐⭐☆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🏗️ 실전 프로젝트 2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498DB"/>
                </a:solidFill>
              </a:rPr>
              <a:t>마이크로서비스 아키텍처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6"/>
                </a:solidFill>
              </a:rPr>
              <a:t>서비스 구성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4F6F6"/>
                </a:solidFill>
              </a:rPr>
              <a:t>API Gateway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4F6F6"/>
                </a:solidFill>
              </a:rPr>
              <a:t>User Service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4F6F6"/>
                </a:solidFill>
              </a:rPr>
              <a:t>Game Service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4F6F6"/>
                </a:solidFill>
              </a:rPr>
              <a:t>Leaderboard Service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2926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6"/>
                </a:solidFill>
              </a:rPr>
              <a:t>인프라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32918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4F6F6"/>
                </a:solidFill>
              </a:rPr>
              <a:t>Spring Cloud Gateway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4F6F6"/>
                </a:solidFill>
              </a:rPr>
              <a:t>Eureka (Service Discovery)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4F6F6"/>
                </a:solidFill>
              </a:rPr>
              <a:t>Resilience4j (Circuit Breaker)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4F6F6"/>
                </a:solidFill>
              </a:rPr>
              <a:t>Kubernetes 배포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98DB"/>
                </a:solidFill>
              </a:rPr>
              <a:t>프로젝트 기간: 3-4주  |  난이도: ⭐⭐⭐⭐⭐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13. 테스트 전략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단위 테스트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JUnit 5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Mockito (Mock, Stub)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AssertJ (유창한 단언)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Test Coverage (JaCoCo)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통합 &amp; API 테스트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@SpringBootTest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MockMvc (컨트롤러 테스트)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Testcontainers (DB 테스트)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RestAssured (API 테스트)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🎯 목표: 테스트 커버리지 80% 이상 달성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학습 기간: 1주  |  난이도: ⭐⭐⭐☆☆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14. 성능 최적화 &amp; 모니터링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최적화 기법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JVM 튜닝 (힙, GC)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DB 쿼리 최적화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Redis 캐싱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Connection Pool 튜닝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모니터링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Micrometer + Prometheus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Grafana 대시보드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APM (New Relic, Datadog)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구조화된 로깅 (ELK Stack)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성능 지표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응답시간 (Latency) • 처리량 (Throughput) • 에러율 • CPU/메모리 사용률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학습 기간: 1-2주  |  난이도: ⭐⭐⭐⭐☆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15. CI/CD &amp; 배포 전략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CI/CD 파이프라인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GitHub Actions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자동 빌드 &amp; 테스트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Docker 이미지 생성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Container Registry 푸시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</a:rPr>
              <a:t>배포 전략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Docker Compose (개발)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Kubernetes (프로덕션)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Helm Chart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무중단 배포 (Blue-Green)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🚀 환경별 설정: dev → staging → production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학습 기간: 1주  |  난이도: ⭐⭐⭐☆☆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49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🎉 학습 완료!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다음 단계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0175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포트폴리오 프로젝트 완성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오픈소스 기여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기술 블로그 작성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이직 준비 &amp; 면접 연습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4F6F6"/>
                </a:solidFill>
              </a:rPr>
              <a:t>Java &amp; Spring 마스터로 가는 여정을 응원합니다!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&amp; Spring 완벽 학습 로드맵</dc:title>
  <dc:subject>PptxGenJS Presentation</dc:subject>
  <dc:creator>Java Roadmap</dc:creator>
  <cp:lastModifiedBy>Java Roadmap</cp:lastModifiedBy>
  <cp:revision>1</cp:revision>
  <dcterms:created xsi:type="dcterms:W3CDTF">2025-11-01T09:36:16Z</dcterms:created>
  <dcterms:modified xsi:type="dcterms:W3CDTF">2025-11-01T09:36:16Z</dcterms:modified>
</cp:coreProperties>
</file>